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Tic Tac Toe Game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Harshitha</a:t>
            </a:r>
          </a:p>
          <a:p>
            <a:r>
              <a:t>Roll Number: 25A31A4384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console-based Tic Tac Toe game</a:t>
            </a:r>
          </a:p>
          <a:p>
            <a:r>
              <a:t>• Developed using C++</a:t>
            </a:r>
          </a:p>
          <a:p>
            <a:r>
              <a:t>• Two-player gameplay</a:t>
            </a:r>
          </a:p>
          <a:p>
            <a:r>
              <a:t>• Includes win and draw detection</a:t>
            </a:r>
          </a:p>
          <a:p>
            <a:r>
              <a:t>• Uses functions and arrays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board display</a:t>
            </a:r>
          </a:p>
          <a:p>
            <a:r>
              <a:t>• Player turn switching</a:t>
            </a:r>
          </a:p>
          <a:p>
            <a:r>
              <a:t>• Input validation</a:t>
            </a:r>
          </a:p>
          <a:p>
            <a:r>
              <a:t>• Clean and simple code structure</a:t>
            </a:r>
          </a:p>
          <a:p>
            <a:r>
              <a:t>• Easy to understand for beginners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helps beginners understand:</a:t>
            </a:r>
          </a:p>
          <a:p/>
          <a:p>
            <a:r>
              <a:t>• Functions</a:t>
            </a:r>
          </a:p>
          <a:p>
            <a:r>
              <a:t>• Loops and conditions</a:t>
            </a:r>
          </a:p>
          <a:p>
            <a:r>
              <a:t>• Arrays</a:t>
            </a:r>
          </a:p>
          <a:p>
            <a:r>
              <a:t>• Basic game logic in C++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